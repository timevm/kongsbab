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615F4F3-FDFB-E7AD-09D9-91EA40D55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1C83D2AE-B212-AF96-67C8-268C5BF46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2BD2128-2C88-11BF-80CB-60847A0FE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7A0C1CC-613B-373C-B595-531D6DA66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48381D7-4D0B-5B8D-27EE-BDAA5565B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818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202EDD1-D8DD-5D71-0485-D1E0042EF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8252C47-9B12-E262-CD07-1E5ADD55B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EEE5807-122F-7FC1-B6E5-88888A99C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EE7C97D-4E85-5F57-79A8-C894B9F51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8EBC197-0B0F-5698-868D-AE29E64BE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204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A47071F-C844-F0B8-C22B-093D07F17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EEB7FBE-B9FA-3DC6-0948-5BDFE7AB8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9CBCFBE-FCB5-702E-FDA4-53B550AE6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EE40F02-378C-539F-709C-8218A11B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6EDB207-51BE-2227-2F5F-D3DB0630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836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7D54678-EBAF-14F5-9EA9-780E8CDB8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4CDA410-FADA-30FF-381B-90C86744F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E402BF34-E1BB-510C-5AF3-E4C614DD1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F53FC91E-75C5-3729-7A57-B46BCA9FB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43430DF0-01AB-5BB6-E222-AA5E527E8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6E9FCCF6-8D95-65C8-1E6E-28A44D078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595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EE3F3C9-6AEC-1F39-3F06-3D176ED83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ACB1A875-D3B3-E87B-EF43-85E9EA23A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C3B877D7-2509-6A4F-3367-763BE26D6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DC3F178A-53AA-8096-6043-D16EF16BCB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9DF30C83-37B3-6459-AE5A-E567B6588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DD913753-2385-5DA4-0FC4-255E51D7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6B92624E-CB7C-3528-D18C-F46088C3A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21B26B31-3557-F244-F78D-15284146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4771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1178F4F-546A-B4F7-094B-1D8B4AA6E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20A5794-EB25-0B67-28DF-68977C4E3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0BB7832-2D3B-6BE1-9A4F-9AB116EA0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E772BE88-92CF-D7FD-3F32-721DAB94B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515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6440C44E-B4C0-4EB0-9F05-7B1966519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12196B16-9C98-24F4-470A-E400DA0ED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F8B0A83B-2176-056F-8C01-57DB48853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815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7C03BDA-B70E-5ED3-B973-E58DEA652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04C86EC-7924-3BFD-9BD1-DF848B5EC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C8520423-C8D3-7108-2A50-69C45D94F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760A1F1A-CD2B-1338-7221-F7ACF326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9F2BBC29-BAD6-25AA-5E90-32555F859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4E6CAC8E-39B9-58F8-64DE-BCF228291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5832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81D60EB-B900-C8E5-574D-489458850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46994462-2BFB-2DAD-B60D-57CB0CA3A1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C3B09E3A-A983-9B38-59DA-3DEBD243E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74332BE8-8FDA-C847-41AA-A9B2F5D1B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CB89448D-A57C-6B10-2C08-FE50A1896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F0FFBDA4-0EF7-13A2-B61A-ED4FBAFBC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622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7805210-58D2-CD7F-D7F9-DF83C99D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689E40F2-D90E-5F08-C57A-C4EC9CF18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D811737-5A77-C287-CC43-0F131B999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645F3E1-C51B-1247-9AB5-5B29D287D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0416189-DCB3-2B87-A0D9-30BEF814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9844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EF1C6D89-EEF1-9351-ECF1-BCA612135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D90EAFD7-CD22-4A67-A4DD-D90D07E20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88C7F2F-B5E1-F23D-21F8-D6C44B837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182E2A2-75DF-8E1B-8E62-0F10B87BA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3398E42-C7D3-2577-843A-5582F104A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1095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257ED56F-3CB5-D341-8B56-A357A3057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en-GB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0A70F47-BF8E-963D-3E59-6264B4D70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9E7D865-EF37-A9EB-B6DD-ACAA2902FA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C1013-901D-4B55-A9B1-6BEC17615E1C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EAD9AE2-2249-E34C-2BAF-98E1911CB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A9EEF54-DEC1-849A-9CA5-DCDD15C44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45562-BD24-491F-908B-34B157AAF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16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003ACCB-8DE8-4FE1-5FD0-F6F5268BC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SBAB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968BF12C-EDFC-13E8-03CF-D98B7E92BF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Governance, Risk and Compliance</a:t>
            </a:r>
          </a:p>
          <a:p>
            <a:endParaRPr lang="en-GB" sz="2800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BA8F6BC3-D4C8-4ECD-9711-EEE14D933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755" y="475466"/>
            <a:ext cx="2485714" cy="904762"/>
          </a:xfrm>
          <a:prstGeom prst="rect">
            <a:avLst/>
          </a:prstGeom>
        </p:spPr>
      </p:pic>
      <p:pic>
        <p:nvPicPr>
          <p:cNvPr id="7" name="Bildobjekt 6">
            <a:extLst>
              <a:ext uri="{FF2B5EF4-FFF2-40B4-BE49-F238E27FC236}">
                <a16:creationId xmlns:a16="http://schemas.microsoft.com/office/drawing/2014/main" id="{A2BB47B6-D040-FC00-98F9-EC1283D0B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6812" y="580228"/>
            <a:ext cx="2323809" cy="695238"/>
          </a:xfrm>
          <a:prstGeom prst="rect">
            <a:avLst/>
          </a:prstGeom>
        </p:spPr>
      </p:pic>
      <p:sp>
        <p:nvSpPr>
          <p:cNvPr id="8" name="textruta 7">
            <a:extLst>
              <a:ext uri="{FF2B5EF4-FFF2-40B4-BE49-F238E27FC236}">
                <a16:creationId xmlns:a16="http://schemas.microsoft.com/office/drawing/2014/main" id="{6513D894-E66C-D8AF-67A3-5540B94962A7}"/>
              </a:ext>
            </a:extLst>
          </p:cNvPr>
          <p:cNvSpPr txBox="1"/>
          <p:nvPr/>
        </p:nvSpPr>
        <p:spPr>
          <a:xfrm>
            <a:off x="4185733" y="0"/>
            <a:ext cx="3272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To do: A recording of our focus… </a:t>
            </a:r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0B1B9A30-066A-F8B5-A1AB-A1B03B282D7E}"/>
              </a:ext>
            </a:extLst>
          </p:cNvPr>
          <p:cNvSpPr txBox="1"/>
          <p:nvPr/>
        </p:nvSpPr>
        <p:spPr>
          <a:xfrm>
            <a:off x="4797535" y="6145307"/>
            <a:ext cx="2596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i="1" dirty="0"/>
              <a:t>Focus on AI Act and GDPR</a:t>
            </a:r>
          </a:p>
        </p:txBody>
      </p:sp>
    </p:spTree>
    <p:extLst>
      <p:ext uri="{BB962C8B-B14F-4D97-AF65-F5344CB8AC3E}">
        <p14:creationId xmlns:p14="http://schemas.microsoft.com/office/powerpoint/2010/main" val="2734021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347E735-29A0-444E-6F25-6352A66FB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System views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C9B8568-4C8F-D258-334E-02FC0170B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Monitor AI</a:t>
            </a:r>
          </a:p>
          <a:p>
            <a:r>
              <a:rPr lang="en-GB" dirty="0"/>
              <a:t>Risk and Compliance</a:t>
            </a:r>
          </a:p>
          <a:p>
            <a:r>
              <a:rPr lang="en-GB" dirty="0"/>
              <a:t>Enforce Gard Rails</a:t>
            </a:r>
          </a:p>
          <a:p>
            <a:r>
              <a:rPr lang="en-GB" dirty="0"/>
              <a:t>Track performance</a:t>
            </a:r>
          </a:p>
          <a:p>
            <a:r>
              <a:rPr lang="en-GB" dirty="0"/>
              <a:t>Generate  Reports</a:t>
            </a:r>
          </a:p>
          <a:p>
            <a:r>
              <a:rPr lang="en-GB" dirty="0"/>
              <a:t>Optimise Cost</a:t>
            </a: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583BCD0A-E13F-7136-8843-58E1414C7B61}"/>
              </a:ext>
            </a:extLst>
          </p:cNvPr>
          <p:cNvSpPr txBox="1"/>
          <p:nvPr/>
        </p:nvSpPr>
        <p:spPr>
          <a:xfrm>
            <a:off x="4185733" y="0"/>
            <a:ext cx="4465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To do: A recording presenting our approach… </a:t>
            </a:r>
          </a:p>
        </p:txBody>
      </p:sp>
    </p:spTree>
    <p:extLst>
      <p:ext uri="{BB962C8B-B14F-4D97-AF65-F5344CB8AC3E}">
        <p14:creationId xmlns:p14="http://schemas.microsoft.com/office/powerpoint/2010/main" val="1659299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8E1F7609-7B29-5675-B509-20B844DB8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1C2485E5-C859-CE08-0544-13BDB265FC6A}"/>
              </a:ext>
            </a:extLst>
          </p:cNvPr>
          <p:cNvSpPr txBox="1"/>
          <p:nvPr/>
        </p:nvSpPr>
        <p:spPr>
          <a:xfrm>
            <a:off x="4185733" y="0"/>
            <a:ext cx="382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To do: A recording of our demo hack… </a:t>
            </a:r>
          </a:p>
        </p:txBody>
      </p:sp>
    </p:spTree>
    <p:extLst>
      <p:ext uri="{BB962C8B-B14F-4D97-AF65-F5344CB8AC3E}">
        <p14:creationId xmlns:p14="http://schemas.microsoft.com/office/powerpoint/2010/main" val="1833934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4B8F231-3CA1-E812-BAD0-07BA4F597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What’s next</a:t>
            </a:r>
            <a:br>
              <a:rPr lang="en-GB" dirty="0"/>
            </a:br>
            <a:r>
              <a:rPr lang="en-GB" sz="2800" dirty="0"/>
              <a:t>Governance, Risk and Compliance</a:t>
            </a:r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B94755CF-46D5-22CC-B2FB-E6C2B9C2D1C0}"/>
              </a:ext>
            </a:extLst>
          </p:cNvPr>
          <p:cNvSpPr txBox="1"/>
          <p:nvPr/>
        </p:nvSpPr>
        <p:spPr>
          <a:xfrm>
            <a:off x="1301004" y="5854602"/>
            <a:ext cx="92818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i="1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Build an automated compliance and governance infrastructure that monitors all AI traffic</a:t>
            </a:r>
            <a:endParaRPr lang="en-GB" sz="2400" i="1" dirty="0"/>
          </a:p>
        </p:txBody>
      </p:sp>
      <p:pic>
        <p:nvPicPr>
          <p:cNvPr id="79" name="Bildobjekt 78">
            <a:extLst>
              <a:ext uri="{FF2B5EF4-FFF2-40B4-BE49-F238E27FC236}">
                <a16:creationId xmlns:a16="http://schemas.microsoft.com/office/drawing/2014/main" id="{89C1F92F-6586-7ACA-461D-2CC983D7C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215" y="1837177"/>
            <a:ext cx="6409570" cy="3487858"/>
          </a:xfrm>
          <a:prstGeom prst="rect">
            <a:avLst/>
          </a:prstGeom>
        </p:spPr>
      </p:pic>
      <p:sp>
        <p:nvSpPr>
          <p:cNvPr id="80" name="textruta 79">
            <a:extLst>
              <a:ext uri="{FF2B5EF4-FFF2-40B4-BE49-F238E27FC236}">
                <a16:creationId xmlns:a16="http://schemas.microsoft.com/office/drawing/2014/main" id="{D3451BCF-16EC-954F-7DBC-09A151934D80}"/>
              </a:ext>
            </a:extLst>
          </p:cNvPr>
          <p:cNvSpPr txBox="1"/>
          <p:nvPr/>
        </p:nvSpPr>
        <p:spPr>
          <a:xfrm>
            <a:off x="4185733" y="0"/>
            <a:ext cx="458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To do: A recording of our proposed next step… </a:t>
            </a: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0D65F649-2E5F-9542-FB80-20FCF98F9725}"/>
              </a:ext>
            </a:extLst>
          </p:cNvPr>
          <p:cNvSpPr txBox="1"/>
          <p:nvPr/>
        </p:nvSpPr>
        <p:spPr>
          <a:xfrm>
            <a:off x="1880164" y="5317635"/>
            <a:ext cx="84316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dirty="0">
                <a:solidFill>
                  <a:srgbClr val="686868"/>
                </a:solidFill>
                <a:effectLst/>
                <a:latin typeface="system-ui"/>
              </a:rPr>
              <a:t>The picture shows how a custom defined cyber security process (fmv.se) integrates into a production workflow.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151475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110</Words>
  <Application>Microsoft Office PowerPoint</Application>
  <PresentationFormat>Bredbild</PresentationFormat>
  <Paragraphs>18</Paragraphs>
  <Slides>4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Palatino Linotype</vt:lpstr>
      <vt:lpstr>system-ui</vt:lpstr>
      <vt:lpstr>Office-tema</vt:lpstr>
      <vt:lpstr>SBAB</vt:lpstr>
      <vt:lpstr>Our System views</vt:lpstr>
      <vt:lpstr>Demo</vt:lpstr>
      <vt:lpstr>What’s next Governance, Risk and Compliance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Kjell Lagerström</dc:creator>
  <cp:lastModifiedBy>Kjell Lagerström</cp:lastModifiedBy>
  <cp:revision>3</cp:revision>
  <dcterms:created xsi:type="dcterms:W3CDTF">2026-04-23T15:19:19Z</dcterms:created>
  <dcterms:modified xsi:type="dcterms:W3CDTF">2026-04-23T15:28:29Z</dcterms:modified>
</cp:coreProperties>
</file>